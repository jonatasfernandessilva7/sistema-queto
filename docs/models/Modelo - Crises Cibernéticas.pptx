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E2"/>
    <a:srgbClr val="CEFFC9"/>
    <a:srgbClr val="009900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as fernandes" userId="da24c0376953be92" providerId="LiveId" clId="{2168A0E9-7849-44CD-9F80-01894E176AC6}"/>
    <pc:docChg chg="modSld">
      <pc:chgData name="jonatas fernandes" userId="da24c0376953be92" providerId="LiveId" clId="{2168A0E9-7849-44CD-9F80-01894E176AC6}" dt="2025-05-31T13:52:30.915" v="26" actId="14100"/>
      <pc:docMkLst>
        <pc:docMk/>
      </pc:docMkLst>
      <pc:sldChg chg="modSp mod">
        <pc:chgData name="jonatas fernandes" userId="da24c0376953be92" providerId="LiveId" clId="{2168A0E9-7849-44CD-9F80-01894E176AC6}" dt="2025-05-31T13:52:30.915" v="26" actId="14100"/>
        <pc:sldMkLst>
          <pc:docMk/>
          <pc:sldMk cId="3063739880" sldId="257"/>
        </pc:sldMkLst>
        <pc:spChg chg="mod">
          <ac:chgData name="jonatas fernandes" userId="da24c0376953be92" providerId="LiveId" clId="{2168A0E9-7849-44CD-9F80-01894E176AC6}" dt="2025-05-31T13:52:30.915" v="26" actId="14100"/>
          <ac:spMkLst>
            <pc:docMk/>
            <pc:sldMk cId="3063739880" sldId="257"/>
            <ac:spMk id="29" creationId="{600ED006-55DA-7DE1-0F41-DFABA28B33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DD0C6-32A4-5C18-C4A9-BEA19D377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F0098E-244E-0B19-D1A7-B68E2B364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F64108-F953-DCCB-9D67-38BBB986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8DE87E-6FDB-D019-CD09-1A1D7C98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A579C4-1629-14D5-EDB7-101563D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75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AAD2-526A-AC5F-FEB7-C8E67FAE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C66AA7-3366-38E9-F1CE-9A51693C9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888A52-0FFD-794C-B736-4FDC23FA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574C01-ED83-7049-84E4-C383DEED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627D95-9013-B526-2DB3-7C2860D1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91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2483C-66AD-A7AB-878B-9B0B2B2B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05C863-107E-7DB2-90CB-72A55B5B2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53D97C-9D99-57F3-BE32-C17FB5E8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1580E7-BE5E-C626-D0F8-3547E20A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87D78E-1C33-0203-FEAF-EB54F4FD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7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1EE7F-C6A2-B6A3-51EB-67874B3A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84D076-B0DE-42D5-BD12-DAD8D4631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3E06C8-DC04-9250-E8DB-D217FFBF1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694A42-E540-6904-99F2-3E7FFB01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823D10-B3AE-C0D2-370E-B3745CD0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B0C0B6-577E-09A3-085F-2072158D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8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624E2-7475-8D53-AECA-E13725D2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21B122-3262-B622-2BB3-C5805C00E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A08A86-344A-8E0C-A906-59830A293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AA95BD-97F3-3349-F431-E10E9896D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1D70B7-16F2-F467-E824-EDBEAF832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8BC12F-39CB-059A-7AF8-51060E0E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1DE28E-09DE-9A65-3ADF-1767D0B6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56B230-C78B-D29D-4E10-78887876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344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C5375-49E7-3B1F-58DB-4FAF7411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57FF2A-F8DC-D362-14EB-6225F062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7961DC-FCD8-B013-C4C8-61F8112E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1C706F-7C0A-FB40-0BF1-1358E4D6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69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CC1C2C-4530-6C86-F95E-A47ECFF4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D8DB0D-C080-8DFE-5950-EDC11055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A0AF1F-180F-73A7-AD47-A1AF9D31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62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B5CE8-2B48-3568-7EB9-6FA50BD5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9EA6FA-3D5E-E29F-3060-8EC19AE13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F3F78D-3ACA-5C4E-B302-10DD6DD79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3BBC0F-8EC2-D3FE-8486-F5CF6222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7B17F3-09B5-2D51-DA98-C6089A6C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CEF484-BEA6-8B6E-52E8-5537D605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99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8951C-D542-4707-7656-DDC7FBE7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4F2E86-F886-DC74-89B9-F6ED3BFB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7A4543-5B4F-D271-8380-A2B27859A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B99314-63EC-52FA-BE2A-E2424B0C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33A6B-4DA7-D158-BE30-F7CF4F3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3642AF-FF90-6BE1-2E95-F9F80BBB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64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39D8D-C3D8-6411-70D7-CD0F1350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19C924-1F71-A9B3-8D7F-471220BE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4BFF21-05B7-1E9E-B544-0ADEFD74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1FBDD8-ECFE-9072-820C-B2628BBDD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914815-49FB-D8BB-13F9-2B37C5DA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87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F966CC-AB35-A437-A9CE-9F54FEAEF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17FE36-89D6-149E-457A-838FBC9BE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F5443B-E896-4C46-6E77-ABAD3FA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B5315-4151-B997-2AD4-285A05B1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1E6FE4-39AE-EF5E-2E84-AAEB3034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98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B7F49C-E04C-6CE4-CADB-55E2C3E0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1F907E-B649-E4D4-80E0-36339F95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CD53FF-5C3E-B3D2-89D2-A964520E5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88AAC-11BC-4587-BA7C-8429750391AF}" type="datetimeFigureOut">
              <a:rPr lang="pt-BR" smtClean="0"/>
              <a:t>31/05/2025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EFC4FB-D6E5-CBDD-F6D4-4C833EA1F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E1026F-5D26-E38E-44FC-F3FD9A14C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EA1FA-B417-437C-9501-F1CA0A0632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C7378FB-033F-B40F-8465-DC0C453B82DD}"/>
              </a:ext>
            </a:extLst>
          </p:cNvPr>
          <p:cNvSpPr/>
          <p:nvPr/>
        </p:nvSpPr>
        <p:spPr>
          <a:xfrm>
            <a:off x="2959624" y="1102312"/>
            <a:ext cx="2529987" cy="5069840"/>
          </a:xfrm>
          <a:prstGeom prst="roundRect">
            <a:avLst>
              <a:gd name="adj" fmla="val 1104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4590D66-A0C9-E9D6-C578-ACC1948C79B9}"/>
              </a:ext>
            </a:extLst>
          </p:cNvPr>
          <p:cNvGrpSpPr/>
          <p:nvPr/>
        </p:nvGrpSpPr>
        <p:grpSpPr>
          <a:xfrm>
            <a:off x="3352798" y="2875180"/>
            <a:ext cx="1757917" cy="1564743"/>
            <a:chOff x="2377440" y="1864257"/>
            <a:chExt cx="1757917" cy="1564743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361EE6EA-4D82-7F1D-4C91-88E40DE3A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267" t="47777" r="32933" b="4578"/>
            <a:stretch/>
          </p:blipFill>
          <p:spPr>
            <a:xfrm>
              <a:off x="2707758" y="1864257"/>
              <a:ext cx="1097280" cy="1195411"/>
            </a:xfrm>
            <a:prstGeom prst="rect">
              <a:avLst/>
            </a:prstGeom>
          </p:spPr>
        </p:pic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DB53EC03-1707-6411-28D7-682773FDCF7E}"/>
                </a:ext>
              </a:extLst>
            </p:cNvPr>
            <p:cNvSpPr txBox="1"/>
            <p:nvPr/>
          </p:nvSpPr>
          <p:spPr>
            <a:xfrm>
              <a:off x="2377440" y="3059668"/>
              <a:ext cx="1757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Gestão de Riscos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637189A-0DB7-D999-6303-1564F7A62DC3}"/>
              </a:ext>
            </a:extLst>
          </p:cNvPr>
          <p:cNvGrpSpPr/>
          <p:nvPr/>
        </p:nvGrpSpPr>
        <p:grpSpPr>
          <a:xfrm>
            <a:off x="3193268" y="4439923"/>
            <a:ext cx="2076979" cy="1564743"/>
            <a:chOff x="2377440" y="3632097"/>
            <a:chExt cx="2076979" cy="1564743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CB69E9B-6B68-042C-8434-A4FA0F3C9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267" t="47777" r="32933" b="4578"/>
            <a:stretch/>
          </p:blipFill>
          <p:spPr>
            <a:xfrm>
              <a:off x="2867289" y="3632097"/>
              <a:ext cx="1097280" cy="11954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68A6AB0-54CC-ED1A-AC66-5077CD8E9330}"/>
                </a:ext>
              </a:extLst>
            </p:cNvPr>
            <p:cNvSpPr txBox="1"/>
            <p:nvPr/>
          </p:nvSpPr>
          <p:spPr>
            <a:xfrm>
              <a:off x="2377440" y="4827508"/>
              <a:ext cx="2076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Desastre e Recovery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6C64CFD-8F78-662E-A9F3-D6437218093B}"/>
              </a:ext>
            </a:extLst>
          </p:cNvPr>
          <p:cNvGrpSpPr/>
          <p:nvPr/>
        </p:nvGrpSpPr>
        <p:grpSpPr>
          <a:xfrm>
            <a:off x="2966762" y="1208837"/>
            <a:ext cx="2529988" cy="1564743"/>
            <a:chOff x="2377438" y="309571"/>
            <a:chExt cx="2529988" cy="1564743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7F548292-8E30-446F-CF6B-592E1CED2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267" t="47777" r="32933" b="4578"/>
            <a:stretch/>
          </p:blipFill>
          <p:spPr>
            <a:xfrm>
              <a:off x="3093792" y="309571"/>
              <a:ext cx="1097280" cy="1195411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B04457C-7A81-6440-0E38-A3ED61A4167D}"/>
                </a:ext>
              </a:extLst>
            </p:cNvPr>
            <p:cNvSpPr txBox="1"/>
            <p:nvPr/>
          </p:nvSpPr>
          <p:spPr>
            <a:xfrm>
              <a:off x="2377438" y="1504982"/>
              <a:ext cx="25299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Ambiente Organizacional</a:t>
              </a:r>
            </a:p>
          </p:txBody>
        </p:sp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CB973AA-8964-5A74-ABEB-5522B3C44DDB}"/>
              </a:ext>
            </a:extLst>
          </p:cNvPr>
          <p:cNvSpPr/>
          <p:nvPr/>
        </p:nvSpPr>
        <p:spPr>
          <a:xfrm>
            <a:off x="6360159" y="2179272"/>
            <a:ext cx="1757917" cy="27736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rgbClr val="002060"/>
                </a:solidFill>
              </a:rPr>
              <a:t>Tomada de Decisões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7702B383-0A9E-EFEF-1543-9C8B5778130C}"/>
              </a:ext>
            </a:extLst>
          </p:cNvPr>
          <p:cNvSpPr/>
          <p:nvPr/>
        </p:nvSpPr>
        <p:spPr>
          <a:xfrm>
            <a:off x="5021637" y="3288219"/>
            <a:ext cx="1097280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51CE3D5C-038F-16F9-F3E9-654428353931}"/>
              </a:ext>
            </a:extLst>
          </p:cNvPr>
          <p:cNvSpPr/>
          <p:nvPr/>
        </p:nvSpPr>
        <p:spPr>
          <a:xfrm rot="2238978">
            <a:off x="5021996" y="2101334"/>
            <a:ext cx="1097280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BD48241D-D9FF-A8ED-6F80-72C9214BE26C}"/>
              </a:ext>
            </a:extLst>
          </p:cNvPr>
          <p:cNvSpPr/>
          <p:nvPr/>
        </p:nvSpPr>
        <p:spPr>
          <a:xfrm rot="19965498">
            <a:off x="4997961" y="4668296"/>
            <a:ext cx="1097280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E0B9E08-3803-4530-DA49-8E521AA80DF4}"/>
              </a:ext>
            </a:extLst>
          </p:cNvPr>
          <p:cNvSpPr/>
          <p:nvPr/>
        </p:nvSpPr>
        <p:spPr>
          <a:xfrm>
            <a:off x="9570480" y="2174240"/>
            <a:ext cx="2014981" cy="2773680"/>
          </a:xfrm>
          <a:prstGeom prst="roundRect">
            <a:avLst/>
          </a:prstGeom>
          <a:solidFill>
            <a:srgbClr val="FFE1E2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rgbClr val="C00000"/>
                </a:solidFill>
              </a:rPr>
              <a:t>%</a:t>
            </a:r>
          </a:p>
          <a:p>
            <a:pPr algn="ctr"/>
            <a:r>
              <a:rPr lang="pt-BR" sz="2800" dirty="0">
                <a:solidFill>
                  <a:srgbClr val="C00000"/>
                </a:solidFill>
              </a:rPr>
              <a:t>de Ocorrência de Crise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A1BAF250-4A65-9282-7A69-B8A4492A9BAA}"/>
              </a:ext>
            </a:extLst>
          </p:cNvPr>
          <p:cNvSpPr/>
          <p:nvPr/>
        </p:nvSpPr>
        <p:spPr>
          <a:xfrm>
            <a:off x="8262677" y="3288219"/>
            <a:ext cx="1097280" cy="3693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D3DDCCF5-1B4B-7CA8-9ED3-5191A30888E9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>
            <a:off x="6789179" y="2383360"/>
            <a:ext cx="1224232" cy="6353353"/>
          </a:xfrm>
          <a:prstGeom prst="bentConnector3">
            <a:avLst>
              <a:gd name="adj1" fmla="val 133611"/>
            </a:avLst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6749423-60DF-BD6B-83A7-4F0F54F2C6EB}"/>
              </a:ext>
            </a:extLst>
          </p:cNvPr>
          <p:cNvSpPr txBox="1"/>
          <p:nvPr/>
        </p:nvSpPr>
        <p:spPr>
          <a:xfrm>
            <a:off x="2053301" y="95542"/>
            <a:ext cx="83444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002060"/>
                </a:solidFill>
              </a:rPr>
              <a:t>Modelo para Gestão de Crises Cibernéticas (G2C)</a:t>
            </a:r>
          </a:p>
        </p:txBody>
      </p:sp>
      <p:sp>
        <p:nvSpPr>
          <p:cNvPr id="29" name="Seta: Pentágono 28">
            <a:extLst>
              <a:ext uri="{FF2B5EF4-FFF2-40B4-BE49-F238E27FC236}">
                <a16:creationId xmlns:a16="http://schemas.microsoft.com/office/drawing/2014/main" id="{600ED006-55DA-7DE1-0F41-DFABA28B3398}"/>
              </a:ext>
            </a:extLst>
          </p:cNvPr>
          <p:cNvSpPr/>
          <p:nvPr/>
        </p:nvSpPr>
        <p:spPr>
          <a:xfrm>
            <a:off x="689819" y="1320394"/>
            <a:ext cx="2787929" cy="1091454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Reuniões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Mensagens Eletrônicas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Grupos de Discussão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Identidade Comportamental</a:t>
            </a:r>
          </a:p>
        </p:txBody>
      </p:sp>
      <p:sp>
        <p:nvSpPr>
          <p:cNvPr id="30" name="Seta: Pentágono 29">
            <a:extLst>
              <a:ext uri="{FF2B5EF4-FFF2-40B4-BE49-F238E27FC236}">
                <a16:creationId xmlns:a16="http://schemas.microsoft.com/office/drawing/2014/main" id="{15AD1725-EA0D-F1A7-D6A1-E9EA60077E16}"/>
              </a:ext>
            </a:extLst>
          </p:cNvPr>
          <p:cNvSpPr/>
          <p:nvPr/>
        </p:nvSpPr>
        <p:spPr>
          <a:xfrm>
            <a:off x="689819" y="2978292"/>
            <a:ext cx="2787929" cy="965403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Plano de Riscos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Resposta a Riscos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Monitoramento e Controle</a:t>
            </a:r>
          </a:p>
        </p:txBody>
      </p:sp>
      <p:sp>
        <p:nvSpPr>
          <p:cNvPr id="31" name="Seta: Pentágono 30">
            <a:extLst>
              <a:ext uri="{FF2B5EF4-FFF2-40B4-BE49-F238E27FC236}">
                <a16:creationId xmlns:a16="http://schemas.microsoft.com/office/drawing/2014/main" id="{5ADE17A8-6B7C-DAEC-B6FA-50032426670A}"/>
              </a:ext>
            </a:extLst>
          </p:cNvPr>
          <p:cNvSpPr/>
          <p:nvPr/>
        </p:nvSpPr>
        <p:spPr>
          <a:xfrm>
            <a:off x="713680" y="4640305"/>
            <a:ext cx="2787929" cy="965403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Plano de Desastre e Recovery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Plano de Continuidade</a:t>
            </a:r>
          </a:p>
          <a:p>
            <a:pPr marL="92075" indent="-92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2060"/>
                </a:solidFill>
              </a:rPr>
              <a:t>Simulação de desastres</a:t>
            </a:r>
          </a:p>
        </p:txBody>
      </p:sp>
    </p:spTree>
    <p:extLst>
      <p:ext uri="{BB962C8B-B14F-4D97-AF65-F5344CB8AC3E}">
        <p14:creationId xmlns:p14="http://schemas.microsoft.com/office/powerpoint/2010/main" val="3063739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GERMANO FENNER</dc:creator>
  <cp:lastModifiedBy>jonatas fernandes</cp:lastModifiedBy>
  <cp:revision>3</cp:revision>
  <dcterms:created xsi:type="dcterms:W3CDTF">2025-05-13T13:30:04Z</dcterms:created>
  <dcterms:modified xsi:type="dcterms:W3CDTF">2025-05-31T13:52:34Z</dcterms:modified>
</cp:coreProperties>
</file>